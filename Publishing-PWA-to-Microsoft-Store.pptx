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three pillars PWABuilder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Manifest = identity: a JSON file (manifest.json) describing the app - name, icons, colors, and how it launches. It makes a website installable and gives PWABuilder the metadata to build the Store package.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Service Worker = offline + installable: a background script (sw.js) between the app and the network. It caches files so the app loads fast and works offline, and it enables installation. Prefer network-first: fresh when online, cached fallback offline.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Security = HTTPS: the app must be served over HTTPS. Service workers only run on secure origins and the Store requires it. Hosting on GitHub Pages satisfies this automatically.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short: Manifest = identity, Service Worker = offline + installable, Security =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Matching the package identity to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shows example placeholder values - you must overwrite them with your real Partner Center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ID  =  Partner Center 'Package/Identity/Name' (the unique app identity the Store assigns)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ID  =  Partner Center 'Package/Identity/Publisher' (the CN=... value)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display name  =  Partner Center 'Package/Properties/PublisherDisplayName'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These must match exactly or Partner Center rejects the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Set Version to 1.0.1 or higher - the Store reserves 1.0.0.0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What is inside the PWABuilder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the main Store package;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.classic.appxbundle - compatibility package for older Windows 10; also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.sideload.msix - a test copy to install locally (bypasses the Store); not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install.ps1 - helper script that installs the sideload package and its test certificate for local testing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utils folder - support files (test certificate and helpers) used by install.ps1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readme.html - PWABuilder's own instructions for these files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To submit: upload BOTH the .msixbundle and the .classic.appxbundle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Windows package formats the Store accepts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MSIX family is the modern format (2018+); APPX family is the older Windows 8/10 UWP era format - same idea, newer container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 - a single app package for one architecture (modern)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a bundle of several .msix packages (multiple architectures and scales); PWABuilder's main output and what you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.msixupload - a Store submission wrapper around a .msixbundle plus debug symbols; produced by Visual Studio,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 - the original single-app package for one architecture (older)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.appxbundle - a bundle of .appx packages; PWABuilder's classic compatibility package, also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.appxupload - the Visual Studio wrapper around an .appxbundle plus symbols;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.xap - legacy Windows Phone 7/8 format, essentially dead; ignore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Rule of thumb: msix = new, appx = old, bundle = multiple architectures, upload = VS wrapper with symbols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Two upload questions clarified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Why pick a device family if the package already declares one?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manifest (TargetDeviceFamily) = the technical capability: which OS families the package CAN run 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Partner Center checkboxes = your distribution choice: which device families you WANT to offer the app to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They are separate on purpose - e.g. a package could run on Xbox but you may choose not to support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If no box is checked, the Store has no market to list the app in, so you must opt in (check Windows 10/11 Desktop)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Why is .msixupload not needed for a PWA?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is a Visual Studio wrapper that bundles native debug symbols (.appxsym) for crash analysis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does not produce one, and the Store accepts .msixbundle directly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PWA is HTML, CSS, and JavaScript with no native compiled code, so there are no symbols to ship - the format is irrelevant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Milestone - Packaging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Live app validated and hosted at https://vijayatmicrosoft.github.io/number-tiles-pwa/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Privacy policy published at /privacy.html (required for the Store listing)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Ran PWABuilder against the live URL to generate the Windows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step: Package ID, Publisher ID, and Publisher display name must match the reserved app in Partner Center exactly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Output: a signed .msixbundle ready to upload to Partner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