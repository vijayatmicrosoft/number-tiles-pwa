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194560" cy="10972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5F7FA"/>
                </a:solidFill>
              </a:rPr>
              <a:t>Publishing a PWA to the Microsoft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C5D1E8"/>
                </a:solidFill>
              </a:rPr>
              <a:t>A repeatable process for shipping any Progressive Web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F8CFF"/>
                </a:solidFill>
              </a:rPr>
              <a:t>Built with GitHub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Why publish a PWA to the Store?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Reach Windows users through the Microsoft Store with no native rewrite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One web codebase powers the browser experience and the Store app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 updates flow automatically from your HTTPS host - no re-submit for most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Installable, offline-capable, and app-like via the manifest + service worker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end-to-end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1. Make the web app a compliant, installable PWA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2. Host it on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3. Package it for Windows with PWABuilder (produces a signed MSIX)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4. Submit the package in Partner Center and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5. Maintain: push web updates; repackage only when the app version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1 - PWA compliance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Web App Manifest with: id, name, short_name, description, start_url, scope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display: standalone, plus theme_color and background_color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Icons at 192 and 512 px, including a 'maskable' purpose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Screenshots for narrow (mobile) and wide (desktop) form factors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registered service worker (enables offline + installability)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Served over HTTPS - a hard requirement for PWAs and the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three pillars PWABuilder checks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Manifest = identity: a JSON file (manifest.json) describing the app - name, icons, colors, and how it launches. It makes a website installable and gives PWABuilder the metadata to build the Store package.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Service Worker = offline + installable: a background script (sw.js) between the app and the network. It caches files so the app loads fast and works offline, and it enables installation. Prefer network-first: fresh when online, cached fallback offline.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Security = HTTPS: the app must be served over HTTPS. Service workers only run on secure origins and the Store requires it. Hosting on GitHub Pages satisfies this automatically.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 short: Manifest = identity, Service Worker = offline + installable, Security = HTTPS.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Common gotcha - service worker caching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Symptom: code/asset edits don't appear after refresh (stale files served)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Cause: a cache-first service worker keeps serving old cached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Fix: use network-first (fresh when online, cache as offline fallback)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cache version (CACHE_NAME) whenever cached assets change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Hard-refresh (Ctrl+Shift+R) to clear the browser's own HTTP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2 - Host on public HTTPS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You need a stable, public HTTPS URL for PWABuilder to read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Free options: GitHub Pages, Azure Static Web Apps, Netlify, Vercel, Cloudflare Pages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GitHub Pages: push to a repo, let a GitHub Actions workflow auto-deploy on each push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Use relative asset paths so the app also works under a /repo-name/ subpath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3 - Package with PWABuilder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Open pwabuilder.com and enter your live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It audits the manifest, service worker, and security, and reports gaps to fix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Choose Package For Stores -&gt; Windows to generate a signed .msixbundle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Supply your Partner Center Publisher ID + display name so the package matches your account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Milestone - Packaging in progress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Live app validated and hosted at https://vijayatmicrosoft.github.io/number-tiles-pwa/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Privacy policy published at /privacy.html (required for the Store listing)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Ran PWABuilder against the live URL to generate the Windows package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Key step: Package ID, Publisher ID, and Publisher display name must match the reserved app in Partner Center exactly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Output: a signed .msixbundle ready to upload to Partner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4 - Submit in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Register a developer account once (individual ~$19 / company ~$99)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Reserve the app name, then upload the .msixbundle under Packages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Complete the listing: description, screenshots, category, age rating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Provide a privacy policy URL - it is required to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Submit and wait for Store certification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5 - Maintain &amp;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Content/UI changes: just deploy to your HTTPS host - users get them automatically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service worker cache version so clients pick up new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Only repackage + resubmit when the app package version/identity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Watch Partner Center for certification status, ratings, and health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Reusable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Manifest complete (icons 192/512 + maskable, screenshots, colors, scope)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Service worker registered and network-first for active development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Deployed to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Packaged to .msixbundle via PWABuilder with correct Publisher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Privacy policy page published and linked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Submitted in Partner Center and passed certification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