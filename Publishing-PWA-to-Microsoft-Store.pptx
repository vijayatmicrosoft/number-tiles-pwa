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Matching the package identity to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shows example placeholder values - you must overwrite them with your real Partner Center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ID  =  Partner Center 'Package/Identity/Name' (the unique app identity the Store assigns)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ID  =  Partner Center 'Package/Identity/Publisher' (the CN=... value)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display name  =  Partner Center 'Package/Properties/PublisherDisplayName'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These must match exactly or Partner Center rejects the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Set Version to 1.0.1 or higher - the Store reserves 1.0.0.0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What is inside the PWABuilder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the main Store package;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.classic.appxbundle - compatibility package for older Windows 10; also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.sideload.msix - a test copy to install locally (bypasses the Store); not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install.ps1 - helper script that installs the sideload package and its test certificate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utils folder - support files (test certificate and helpers) used by install.ps1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readme.html - PWABuilder's own instructions for these files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To submit: upload BOTH the .msixbundle and the .classic.appxbundle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