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194560" cy="10972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5F7FA"/>
                </a:solidFill>
              </a:rPr>
              <a:t>Publishing a PWA to the Microsoft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C5D1E8"/>
                </a:solidFill>
              </a:rPr>
              <a:t>A repeatable process for shipping any Progressive Web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F8CFF"/>
                </a:solidFill>
              </a:rPr>
              <a:t>Built with GitHub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Why publish a PWA to the Store?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Reach Windows users through the Microsoft Store with no native rewrite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One web codebase powers the browser experience and the Store app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 updates flow automatically from your HTTPS host - no re-submit for most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Installable, offline-capable, and app-like via the manifest + service worker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end-to-end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1. Make the web app a compliant, installable PWA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2. Host it on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3. Package it for Windows with PWABuilder (produces a signed MSIX)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4. Submit the package in Partner Center and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5. Maintain: push web updates; repackage only when the app version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1 - PWA compliance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Web App Manifest with: id, name, short_name, description, start_url, scope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display: standalone, plus theme_color and background_color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Icons at 192 and 512 px, including a 'maskable' purpose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Screenshots for narrow (mobile) and wide (desktop) form factors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registered service worker (enables offline + installability)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Served over HTTPS - a hard requirement for PWAs and the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three pillars PWABuilder checks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Manifest = identity: a JSON file (manifest.json) describing the app - name, icons, colors, and how it launches. It makes a website installable and gives PWABuilder the metadata to build the Store package.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Service Worker = offline + installable: a background script (sw.js) between the app and the network. It caches files so the app loads fast and works offline, and it enables installation. Prefer network-first: fresh when online, cached fallback offline.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Security = HTTPS: the app must be served over HTTPS. Service workers only run on secure origins and the Store requires it. Hosting on GitHub Pages satisfies this automatically.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 short: Manifest = identity, Service Worker = offline + installable, Security = HTTPS.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Common gotcha - service worker caching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Symptom: code/asset edits don't appear after refresh (stale files served)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Cause: a cache-first service worker keeps serving old cached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Fix: use network-first (fresh when online, cache as offline fallback)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cache version (CACHE_NAME) whenever cached assets change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Hard-refresh (Ctrl+Shift+R) to clear the browser's own HTTP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2 - Host on public HTTPS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You need a stable, public HTTPS URL for PWABuilder to read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Free options: GitHub Pages, Azure Static Web Apps, Netlify, Vercel, Cloudflare Pages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GitHub Pages: push to a repo, let a GitHub Actions workflow auto-deploy on each push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Use relative asset paths so the app also works under a /repo-name/ subpath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3 - Package with PWABuilder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Open pwabuilder.com and enter your live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It audits the manifest, service worker, and security, and reports gaps to fix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Choose Package For Stores -&gt; Windows to generate a signed .msixbundle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Supply your Partner Center Publisher ID + display name so the package matches your account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exact role of PWABuilder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is the bridge between your web app and the Microsoft Store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1. Audited the PWA: fetched the live URL and validated manifest, service worker, and HTTPS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2. Wrapped the web app in a Windows app container (the core job): generated the native AppxManifest, embedded your Store identity (Package ID, Publisher ID), and packed icons and metadata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3. Produced the deliverables: .msixbundle (main), .classic.appxbundle (compatibility), plus sideload test artifacts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What it does NOT do: it does not host your app - your code still runs from GitHub Pages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 generated package is a thin native shell that loads your live HTTPS site in a Windows WebView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Push an update to GitHub and installed users get it automatically; PWABuilder does not run or maintain your code, and does not submit for you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 one line: PWABuilder turns a live PWA URL into signed, Store-ready Windows packages - a packager, not a host or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Where PWABuilder sits in the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Step 1: Your code is hosted on GitHub Pages over HTTPS, giving a live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Step 2: PWABuilder reads that live URL, audits it, and wraps it into MSIX and APPX packages with your Store identity embedded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Step 3: You upload the .msixbundle and .appxbundle to Partner Center, complete the listing, and submit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Step 4: The Microsoft Store distributes the app; users install a native shell that loads your live site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Key idea: hosting (GitHub Pages), packaging (PWABuilder), and distribution (Partner Center / Store) are three separate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Matching the package identity to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shows example placeholder values - you must overwrite them with your real Partner Center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Package ID  =  Partner Center 'Package/Identity/Name' (the unique app identity the Store assigns)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Publisher ID  =  Partner Center 'Package/Identity/Publisher' (the CN=... value)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Publisher display name  =  Partner Center 'Package/Properties/PublisherDisplayName'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These must match exactly or Partner Center rejects the upload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Set Version to 1.0.1 or higher - the Store reserves 1.0.0.0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What is inside the PWABuilder package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.msixbundle - the main Store package; upload this to Partner Center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.classic.appxbundle - compatibility package for older Windows 10; also upload this to Partner Center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.sideload.msix - a test copy to install locally (bypasses the Store); not uploaded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install.ps1 - helper script that installs the sideload package and its test certificate for local testing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utils folder - support files (test certificate and helpers) used by install.ps1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readme.html - PWABuilder's own instructions for these files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To submit: upload BOTH the .msixbundle and the .classic.appxbundle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Windows package formats the Store accepts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MSIX family is the modern format (2018+); APPX family is the older Windows 8/10 UWP era format - same idea, newer container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 - a single app package for one architecture (modern)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.msixbundle - a bundle of several .msix packages (multiple architectures and scales); PWABuilder's main output and what you upload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.msixupload - a Store submission wrapper around a .msixbundle plus debug symbols; produced by Visual Studio, not needed here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 - the original single-app package for one architecture (older)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.appxbundle - a bundle of .appx packages; PWABuilder's classic compatibility package, also uploaded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.appxupload - the Visual Studio wrapper around an .appxbundle plus symbols; not needed here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.xap - legacy Windows Phone 7/8 format, essentially dead; ignore 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Rule of thumb: msix = new, appx = old, bundle = multiple architectures, upload = VS wrapper with symbols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Two upload questions clarified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Why pick a device family if the package already declares one?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Package manifest (TargetDeviceFamily) = the technical capability: which OS families the package CAN run 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Partner Center checkboxes = your distribution choice: which device families you WANT to offer the app to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They are separate on purpose - e.g. a package could run on Xbox but you may choose not to support it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If no box is checked, the Store has no market to list the app in, so you must opt in (check Windows 10/11 Desktop)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Why is .msixupload not needed for a PWA?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It is a Visual Studio wrapper that bundles native debug symbols (.appxsym) for crash analysis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does not produce one, and the Store accepts .msixbundle directly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PWA is HTML, CSS, and JavaScript with no native compiled code, so there are no symbols to ship - the format is irrelevant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Milestone - Packaging in progress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Live app validated and hosted at https://vijayatmicrosoft.github.io/number-tiles-pwa/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Privacy policy published at /privacy.html (required for the Store listing)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Ran PWABuilder against the live URL to generate the Windows package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Key step: Package ID, Publisher ID, and Publisher display name must match the reserved app in Partner Center exactly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Output: a signed .msixbundle ready to upload to Partner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4 - Submit in Partner Center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Register a developer account once (individual ~$19 / company ~$99)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Reserve the app name, then upload the .msixbundle under Packages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Complete the listing: description, screenshots, category, age rating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Provide a privacy policy URL - it is required to pass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Submit and wait for Store certification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Step 5 - Maintain &amp;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Content/UI changes: just deploy to your HTTPS host - users get them automatically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Bump the service worker cache version so clients pick up new assets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Only repackage + resubmit when the app package version/identity changes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Watch Partner Center for certification status, ratings, and health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Reusable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Manifest complete (icons 192/512 + maskable, screenshots, colors, scope)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Service worker registered and network-first for active development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Deployed to a public HTTPS URL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Packaged to .msixbundle via PWABuilder with correct Publisher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Privacy policy page published and linked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[ ] Submitted in Partner Center and passed certification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98567" y="2606040"/>
            <a:ext cx="2194560" cy="109728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5156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5F7FA"/>
                </a:solidFill>
              </a:rPr>
              <a:t>Code Signing and Certificates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Why Windows requires signing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Windows refuses to install an unsigned MSIX or APPX package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signature answers two questions: who made this (authenticity) and was it changed since (integrity)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Think of it as a tamper-proof wax seal stamped with a unique signet 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How a digital signature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Uses asymmetric cryptography: a private key (secret) and a public key (shared)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Sign: hash the package with SHA-256, then encrypt that hash with the private key to produce the signature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Verify: Windows re-hashes the package and checks it against the signature using the public key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If they match, the package is unmodified and was signed by the holder of the private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Certificates and the chain of trust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public key alone does not prove identity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certificate binds a public key to an identity and is vouched for by a Certificate Authority (CA)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Windows trusts a set of root CAs and walks the chain: package to your certificate to a trusted root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A self-signed certificate has no CA backing, so Windows shows an untrusted publisher warning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Why you did not need your own certificate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For Store apps, Microsoft signs the package for you during certification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The trust chain becomes: Microsoft Root CA to Microsoft Store CA to your app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Every Windows device already trusts Microsoft's root, so the app installs cleanly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This is why the Publisher ID (CN=GUID) had to match: it is your identity in Microsoft's signing system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You would only buy a code-signing certificate if you distributed the app outside the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The test certificate in your package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25880"/>
            <a:ext cx="1828800" cy="54864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PWABuilder also generated a self-signed test certificate (in the utils folder, used by install.ps1)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install.ps1 trusts that certificate on your machine, then installs the sideload .msix for local testing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Self-signed is fine on your own PC but is not trusted by anyone else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Public trust comes from Microsoft's signature, not yours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72E3B"/>
                </a:solidFill>
              </a:rPr>
              <a:t>•  Bonus: timestamping proves it was signed while the certificate was valid, so it keeps working after the cert expires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8A93A5"/>
                </a:solidFill>
              </a:rPr>
              <a:t>Publishing a PWA to the Microsoft 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